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01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B0AD-6430-93DA-73DB-811761233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0AA20-6393-A5EC-B966-E90861160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DBF51-636C-F2BE-54A3-5EF5C9AE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3CC8E-46A1-23B6-E846-603CEA3E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1C679-1034-2B86-924B-7F3AB5E3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D2A3-7B09-240E-CEE8-C7B9198B1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441A-942E-2217-5DAE-B9CC132AE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C6685-01B0-18A7-A22E-2B63981E3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A74D-83D7-2723-B5DA-66CAD0E5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8FB1F-939F-360C-99CC-6C3DE14B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7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46C2-3053-A4BC-383A-24D8A47F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96C5D-4F67-F571-7931-5F8AB4F03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0551-7C40-00BA-CF65-E8ECEB75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1C92-5882-2241-C589-9F187223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3D21B-F470-CD4A-0321-5761BEB8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2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8D16-DE07-0171-E37B-937F2A38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F50A-22A6-EF0A-5D2A-7B75D111E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A1F21-C358-72CE-8B78-5A8988D5B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90622-9C55-307A-2D15-86DE8307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0CA88-8563-08C0-9263-D4BF7C9E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2788D-DE7C-532C-09C3-F5C82528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294C-D14A-FD03-DED8-00A05CE6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EB958-E171-5421-17AB-5CF71A6A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AE182-FA00-8268-9089-A806F7B4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5BDFC-73BF-4EB8-B1B3-FF35ECDAE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0B927-AF64-3B73-A286-849A5A7DC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06918-BB8A-371D-1483-20E6FCA0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7EA92B-D2B2-1770-FE15-011C5F40B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D473E-9923-25E3-E072-AB538C4C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2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19C6-95DE-91FB-3596-7FB12EFD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77D35A-F78D-74D1-61B4-F76AFFD1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260C1-F968-ADC1-BE13-4ABFC03A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62B38-D9C9-E226-8B08-04D6A3A0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0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4F577E-8719-997A-6B5B-887E82CC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2D5B7-C59D-42A6-9C8B-32F72C06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85350-598F-5940-55FA-5B27D774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69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7799-B3B2-430B-5CC9-87C574369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0E9BF-3105-2DFD-1A7A-B6999DD36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48E73-51BA-C520-B11E-E51810329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B564B-9145-CD63-CDAA-7610B659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F9AF8-96E0-D01B-17AF-88EC4DB7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BA430-7BBC-08F2-E7BC-A5F28B15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8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7AE0-6638-B5EF-F2E2-80C23739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DD5CA-2E7E-E855-0143-BF0A79D8B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1964C-1312-C28E-0966-26DDFC83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592EF-1FD3-46DB-92FB-8980D744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86B90-F62D-AF34-3BBE-542C46E2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AADDF-CF13-1E6A-721D-FF1E4D66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3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3769-4700-5A25-328A-AD4ABA44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07C0A-7A99-0860-A2B6-CADDFB9DC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3AF74-FA77-5D3B-9E6E-53083BA5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5954-F581-60BF-B274-DFEBC939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E7FC5-FA82-2037-46C4-B2257474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0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97DF3-CA33-D7CF-F3BB-310E35C39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3BBD2-F598-256E-2ECC-F124D6363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FEEA1-6D5F-BDC6-9F58-9C52E363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1A15-C645-2DF6-74CA-75B620CD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3D995-4F2D-A202-2AA4-B519E6E5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F672F-4F1D-5871-5719-3D612B7AB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0608A-28DF-E4BE-991A-BD500C63C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8C516-6646-2F08-A553-02DA30D82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99C11-2A5D-41F5-8787-E0337569F96B}" type="datetimeFigureOut">
              <a:rPr lang="en-US" smtClean="0"/>
              <a:t>2/26/2024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6B7D-BEF4-C30E-3E13-E3983CD12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B2C0-527B-4B64-57E7-766BA58DD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55878-DE4D-4938-8519-4026E1245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105D2-16F4-1ECB-33B7-5C30A1FA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98392" cy="1325563"/>
          </a:xfrm>
        </p:spPr>
        <p:txBody>
          <a:bodyPr/>
          <a:lstStyle/>
          <a:p>
            <a:r>
              <a:rPr lang="en-US" dirty="0" err="1"/>
              <a:t>ToDo</a:t>
            </a:r>
            <a:r>
              <a:rPr lang="en-US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090B-45EE-42EF-B57F-D15D65B4F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56632" cy="4351338"/>
          </a:xfrm>
        </p:spPr>
        <p:txBody>
          <a:bodyPr>
            <a:normAutofit/>
          </a:bodyPr>
          <a:lstStyle/>
          <a:p>
            <a:r>
              <a:rPr lang="en-US" dirty="0"/>
              <a:t>Finish the general parsers</a:t>
            </a:r>
          </a:p>
          <a:p>
            <a:pPr lvl="1"/>
            <a:r>
              <a:rPr lang="en-US" dirty="0"/>
              <a:t>Generate and simulate a half-wavelength dipole antenna in CST, HFSS and FEKO, </a:t>
            </a:r>
          </a:p>
          <a:p>
            <a:pPr lvl="2"/>
            <a:r>
              <a:rPr lang="en-US" dirty="0"/>
              <a:t>ensure a record of what version of the software you have generated</a:t>
            </a:r>
          </a:p>
          <a:p>
            <a:pPr lvl="1"/>
            <a:r>
              <a:rPr lang="en-US" dirty="0"/>
              <a:t>Write unit tests for loading file type</a:t>
            </a:r>
          </a:p>
          <a:p>
            <a:pPr lvl="1"/>
            <a:r>
              <a:rPr lang="en-US" dirty="0"/>
              <a:t>Write the code for parsing each file type</a:t>
            </a:r>
          </a:p>
          <a:p>
            <a:pPr lvl="2"/>
            <a:r>
              <a:rPr lang="en-US" dirty="0"/>
              <a:t>In comment record the version of simulator that you support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D2D8EC-A114-1E61-7023-6722C232EC61}"/>
              </a:ext>
            </a:extLst>
          </p:cNvPr>
          <p:cNvSpPr txBox="1">
            <a:spLocks/>
          </p:cNvSpPr>
          <p:nvPr/>
        </p:nvSpPr>
        <p:spPr>
          <a:xfrm>
            <a:off x="6635496" y="365124"/>
            <a:ext cx="38983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IceBox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AFAEB3-568A-6B68-8927-20D8C4325066}"/>
              </a:ext>
            </a:extLst>
          </p:cNvPr>
          <p:cNvSpPr txBox="1">
            <a:spLocks/>
          </p:cNvSpPr>
          <p:nvPr/>
        </p:nvSpPr>
        <p:spPr>
          <a:xfrm>
            <a:off x="6635496" y="1789683"/>
            <a:ext cx="51907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Integrate the </a:t>
            </a:r>
            <a:r>
              <a:rPr lang="en-US" dirty="0" err="1"/>
              <a:t>PyPi</a:t>
            </a:r>
            <a:r>
              <a:rPr lang="en-US" dirty="0"/>
              <a:t> changes</a:t>
            </a:r>
          </a:p>
          <a:p>
            <a:r>
              <a:rPr lang="en-US" dirty="0"/>
              <a:t>Setup the Wiki</a:t>
            </a:r>
          </a:p>
          <a:p>
            <a:pPr lvl="1"/>
            <a:r>
              <a:rPr lang="en-US" dirty="0"/>
              <a:t>Figure out how to generate the wiki HTML</a:t>
            </a:r>
          </a:p>
          <a:p>
            <a:pPr lvl="1"/>
            <a:r>
              <a:rPr lang="en-US" dirty="0"/>
              <a:t>Figure out how to host the wiki HTML</a:t>
            </a:r>
          </a:p>
          <a:p>
            <a:pPr lvl="1"/>
            <a:r>
              <a:rPr lang="en-US" dirty="0"/>
              <a:t>Figure out how to automatically upload the wiki HTML</a:t>
            </a:r>
          </a:p>
          <a:p>
            <a:pPr lvl="1"/>
            <a:r>
              <a:rPr lang="en-US" dirty="0"/>
              <a:t>Document the above steps</a:t>
            </a:r>
          </a:p>
          <a:p>
            <a:pPr lvl="1"/>
            <a:r>
              <a:rPr lang="en-US" dirty="0"/>
              <a:t>Figure out how to upload custom pages</a:t>
            </a:r>
          </a:p>
          <a:p>
            <a:r>
              <a:rPr lang="en-US" dirty="0"/>
              <a:t>Wiki pages</a:t>
            </a:r>
          </a:p>
          <a:p>
            <a:pPr lvl="1"/>
            <a:r>
              <a:rPr lang="en-US" dirty="0"/>
              <a:t>Data flow diagram of antenna patterns</a:t>
            </a:r>
          </a:p>
          <a:p>
            <a:pPr lvl="1"/>
            <a:r>
              <a:rPr lang="en-US" dirty="0"/>
              <a:t>Latex equations for every antenna operation</a:t>
            </a:r>
          </a:p>
          <a:p>
            <a:pPr lvl="1"/>
            <a:r>
              <a:rPr lang="en-US" dirty="0"/>
              <a:t>Citations of </a:t>
            </a:r>
            <a:r>
              <a:rPr lang="en-US" dirty="0" err="1"/>
              <a:t>Balanis</a:t>
            </a:r>
            <a:r>
              <a:rPr lang="en-US" dirty="0"/>
              <a:t> for every antenna operation and notation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494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124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ToDo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List</dc:title>
  <dc:creator>Jake Sahli</dc:creator>
  <cp:lastModifiedBy>Jake Sahli</cp:lastModifiedBy>
  <cp:revision>2</cp:revision>
  <dcterms:created xsi:type="dcterms:W3CDTF">2024-02-26T19:03:10Z</dcterms:created>
  <dcterms:modified xsi:type="dcterms:W3CDTF">2024-02-26T19:13:07Z</dcterms:modified>
</cp:coreProperties>
</file>